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182880"/>
            <a:ext cx="1828800" cy="1828800"/>
          </a:xfrm>
          <a:prstGeom prst="ellipse">
            <a:avLst/>
          </a:prstGeom>
          <a:solidFill>
            <a:srgbClr val="203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02096" y="3886200"/>
            <a:ext cx="2743200" cy="27432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IILM UNIVERSITY, GREATER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8046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INTERNSHIP REPORT
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231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Social Media Marketing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8950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9E4FF"/>
                </a:solidFill>
                <a:latin typeface="Calibri"/>
              </a:rPr>
              <a:t>InAmigos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886200"/>
            <a:ext cx="60350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  <a:latin typeface="Calibri"/>
              </a:rPr>
              <a:t>Vishesh Kumar Bachchas
Roll No. 25SCS1003005456
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B.Tech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– CSE (AI &amp; ML)</a:t>
            </a:r>
            <a:endParaRPr lang="en-IN" sz="13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n-IN" sz="1300" dirty="0">
                <a:solidFill>
                  <a:srgbClr val="FFFFFF"/>
                </a:solidFill>
                <a:latin typeface="Calibri"/>
              </a:rPr>
              <a:t>Semester – 3</a:t>
            </a:r>
            <a:r>
              <a:rPr lang="en-IN" sz="1300" baseline="30000" dirty="0">
                <a:solidFill>
                  <a:srgbClr val="FFFFFF"/>
                </a:solidFill>
                <a:latin typeface="Calibri"/>
              </a:rPr>
              <a:t>rd</a:t>
            </a:r>
            <a:endParaRPr lang="en-IN" sz="130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n-IN" sz="1300" b="0" dirty="0">
                <a:solidFill>
                  <a:srgbClr val="FFFFFF"/>
                </a:solidFill>
                <a:latin typeface="Calibri"/>
              </a:rPr>
              <a:t>Session – 2025-29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
05 June 2026 – 19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6A63A"/>
                </a:solidFill>
                <a:latin typeface="Calibri"/>
              </a:rPr>
              <a:t>01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A160AD-953E-FA85-9172-CF500C80B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686" y="4173680"/>
            <a:ext cx="2570020" cy="2570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ABOUT THE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A5C"/>
                </a:solidFill>
                <a:latin typeface="Georgia"/>
              </a:rPr>
              <a:t>Candidate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Calibri"/>
              </a:rPr>
              <a:t>InAmigos Foundation • Social Media Marketing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78308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82880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783080"/>
            <a:ext cx="4279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Roll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221992"/>
            <a:ext cx="4233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25SCS1003005456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6968" y="2907792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9535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2907792"/>
            <a:ext cx="4279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Institute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346704"/>
            <a:ext cx="4233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IILM University, Greater Noida, U.P.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9624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86968" y="4032504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407822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032504"/>
            <a:ext cx="4279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Programme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4471416"/>
            <a:ext cx="4233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B.Tech – Computer Science &amp; Engineering (AI &amp; ML)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6002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73368" y="178308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182880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1783080"/>
            <a:ext cx="4279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Internship 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2221992"/>
            <a:ext cx="4233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Social Media Marketing Intern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724912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373368" y="2907792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29535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2907792"/>
            <a:ext cx="4279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Organization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3346704"/>
            <a:ext cx="4233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InAmigos Foundation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849624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73368" y="4032504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73368" y="407822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4032504"/>
            <a:ext cx="4279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Duration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4471416"/>
            <a:ext cx="4233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05 June – 19 June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A5C"/>
                </a:solidFill>
                <a:latin typeface="Calibri"/>
              </a:rPr>
              <a:t>The internship placed a technical student in a communication-led environment, connecting digital execution with social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ABOUT THE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A5C"/>
                </a:solidFill>
                <a:latin typeface="Georgia"/>
              </a:rPr>
              <a:t>InAmigos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Calibri"/>
              </a:rPr>
              <a:t>InAmigos Foundation • Social Media Marketing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2A34"/>
                </a:solidFill>
                <a:latin typeface="Calibri"/>
              </a:rPr>
              <a:t>A social-impact organization using community action, volunteerism and digital communication to support causes across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251460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56032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514600"/>
            <a:ext cx="2496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Project Seva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2953512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Food and clothing support for people in need.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3317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81728" y="251460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256032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514600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Project BachpanShala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953512"/>
            <a:ext cx="245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Education support for underprivileged children.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3317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76488" y="251460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256032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514600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Project Jeev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2953512"/>
            <a:ext cx="245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Animal welfare, rescue, protection and feeding.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49039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6968" y="393192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397763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3931920"/>
            <a:ext cx="2496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Project Udaan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607" y="4370831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Women empowerment through skills and independence.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749039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681728" y="393192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81728" y="397763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3931920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Project Prakriti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370831"/>
            <a:ext cx="245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Environmental conservation and sustainability.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3749039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476488" y="393192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76488" y="397763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3931920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Project Vikas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4370831"/>
            <a:ext cx="245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Skill development and employability support.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15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Official website: inamigosfoundation.org.in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INTERNSHIP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A5C"/>
                </a:solidFill>
                <a:latin typeface="Georgia"/>
              </a:rPr>
              <a:t>From Social Posts to Social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Calibri"/>
              </a:rPr>
              <a:t>InAmigos Foundation • Social Media Marketing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A63A"/>
                </a:solidFill>
                <a:latin typeface="Calibri"/>
              </a:rPr>
              <a:t>The practical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2A5C"/>
                </a:solidFill>
                <a:latin typeface="Georgia"/>
              </a:rPr>
              <a:t>Social-impact communication needs more than posting. It must attract attention, encourage interaction, explain a cause clearly, and move people toward participation or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A63A"/>
                </a:solidFill>
                <a:latin typeface="Calibri"/>
              </a:rPr>
              <a:t>Internship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828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1D43"/>
                </a:solidFill>
                <a:latin typeface="Calibri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Read the objective and audience.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6A63A"/>
                </a:solidFill>
                <a:latin typeface="Calibr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6334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1D43"/>
                </a:solidFill>
                <a:latin typeface="Calibri"/>
              </a:rPr>
              <a:t>ENGAGE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63347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Add context-aware interaction.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535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6A63A"/>
                </a:solidFill>
                <a:latin typeface="Calibr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43814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1D43"/>
                </a:solidFill>
                <a:latin typeface="Calibri"/>
              </a:rPr>
              <a:t>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43814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Build useful educational material.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5818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6A63A"/>
                </a:solidFill>
                <a:latin typeface="Calibr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24281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1D43"/>
                </a:solidFill>
                <a:latin typeface="Calibri"/>
              </a:rPr>
              <a:t>AMPLIFY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42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Extend cause visibility.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628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6A63A"/>
                </a:solidFill>
                <a:latin typeface="Calibri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0474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1D43"/>
                </a:solidFill>
                <a:latin typeface="Calibri"/>
              </a:rP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04748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Capture proof and submit clearly.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A5C"/>
                </a:solidFill>
                <a:latin typeface="Georgia"/>
              </a:rPr>
              <a:t>What the Internship Set Out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Calibri"/>
              </a:rPr>
              <a:t>InAmigos Foundation • Social Media Marketing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691639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691639"/>
            <a:ext cx="2496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Organic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130552"/>
            <a:ext cx="245059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Practice meaningful interaction and audience-response techniques.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087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81728" y="1691639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73736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691639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Cause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130552"/>
            <a:ext cx="245059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Support environmental and social-impact messaging.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5087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76488" y="1691639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173736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691639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Educational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130552"/>
            <a:ext cx="245059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Create a learner-focused resource for children.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" y="352044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356616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520440"/>
            <a:ext cx="2496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Fundraising Outreach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3959352"/>
            <a:ext cx="245059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Communicate donation opportunities to a personal network.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81728" y="352044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81728" y="356616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20440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Digital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3959352"/>
            <a:ext cx="245059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Organize evidence, screenshots and submissions.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76488" y="352044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76488" y="356616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3520440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Professional Execution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3959352"/>
            <a:ext cx="245059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Follow briefs, deadlines and communication workflows.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4864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A5C"/>
                </a:solidFill>
                <a:latin typeface="Calibri"/>
              </a:rPr>
              <a:t>The emphasis was practical execution rather than theoretical observation.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999" cy="68580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WORKSTREAM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A5C"/>
                </a:solidFill>
                <a:latin typeface="Georgia"/>
              </a:rPr>
              <a:t>Organic Engagement &amp; Reach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Calibri"/>
              </a:rPr>
              <a:t>InAmigos Foundation • Social Media Marketing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A5C"/>
                </a:solidFill>
                <a:latin typeface="Calibri"/>
              </a:rPr>
              <a:t>Assessment 1 converted simple platform interaction into hands-on practice with organic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• Reviewed assigned cause-related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• Wrote context-aware comments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924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• Supported the original message through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142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• Captured and compiled evidence for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WORKSTREAM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A5C"/>
                </a:solidFill>
                <a:latin typeface="Georgia"/>
              </a:rPr>
              <a:t>Green Mission – Environmental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Calibri"/>
              </a:rPr>
              <a:t>InAmigos Foundation • Social Media Marketing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A5C"/>
                </a:solidFill>
                <a:latin typeface="Georgia"/>
              </a:rPr>
              <a:t>Plant → Document → Amplify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2A34"/>
                </a:solidFill>
                <a:latin typeface="Calibri"/>
              </a:rPr>
              <a:t>The assignment connected a real-world environmental action with digital storytelling and campaign participation.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3832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6968" y="356616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361188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3566160"/>
            <a:ext cx="2404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Plantation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4005072"/>
            <a:ext cx="2359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Carry out and document the green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3832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90288" y="356616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361188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566160"/>
            <a:ext cx="240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4005072"/>
            <a:ext cx="23591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Share a clear plant photo during the discussion.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3832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93608" y="356616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608" y="361188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3566160"/>
            <a:ext cx="2404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Amplification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4005072"/>
            <a:ext cx="23591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Publicly share the message with campaign hashtags.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66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5B"/>
                </a:solidFill>
                <a:latin typeface="Calibri"/>
              </a:rPr>
              <a:t>#InAmigos  #GreenMission  #TreeOfLife  #PlantHopeGrowFuture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150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alibri"/>
              </a:rPr>
              <a:t>Evidence note: plantation video was not supplied for this report; the slide documents the assigned workflow without inventing reach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WORKSTREAM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A5C"/>
                </a:solidFill>
                <a:latin typeface="Georgia"/>
              </a:rPr>
              <a:t>Maths Adventure – Educational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Calibri"/>
              </a:rPr>
              <a:t>InAmigos Foundation • Social Media Marketing Internship</a:t>
            </a:r>
          </a:p>
        </p:txBody>
      </p:sp>
      <p:pic>
        <p:nvPicPr>
          <p:cNvPr id="7" name="Picture 6" descr="task3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2423160" cy="3428114"/>
          </a:xfrm>
          <a:prstGeom prst="rect">
            <a:avLst/>
          </a:prstGeom>
        </p:spPr>
      </p:pic>
      <p:pic>
        <p:nvPicPr>
          <p:cNvPr id="8" name="Picture 7" descr="task3_pag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325880"/>
            <a:ext cx="2423160" cy="34281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72A5C"/>
                </a:solidFill>
                <a:latin typeface="Georgia"/>
              </a:rPr>
              <a:t>A reusable learning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6596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52A34"/>
                </a:solidFill>
                <a:latin typeface="Calibri"/>
              </a:rPr>
              <a:t>Designed for upper-primary learners with simple explanations, worked examples, graded practice, real-life problems, self-checking answers and an engaging challenge 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4290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27648" y="361188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365760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611880"/>
            <a:ext cx="13990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Core Topics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4050791"/>
            <a:ext cx="1353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Multiplication • Division • Fractions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4290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87968" y="361188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87968" y="365760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6608" y="3611880"/>
            <a:ext cx="13990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Core Topics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4050791"/>
            <a:ext cx="13533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Decimals • Percentages • Geometry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07492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1D43"/>
                </a:solidFill>
                <a:latin typeface="Calibri"/>
              </a:rPr>
              <a:t>Interpretation: audience definition + instructional design + content creation.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WORKSTREAM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A5C"/>
                </a:solidFill>
                <a:latin typeface="Georgia"/>
              </a:rPr>
              <a:t>Fundraising &amp; Donor Outreach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Calibri"/>
              </a:rPr>
              <a:t>InAmigos Foundation • Social Media Marketing Internship</a:t>
            </a:r>
          </a:p>
        </p:txBody>
      </p:sp>
      <p:pic>
        <p:nvPicPr>
          <p:cNvPr id="7" name="Picture 6" descr="task4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25880"/>
            <a:ext cx="2240280" cy="3169388"/>
          </a:xfrm>
          <a:prstGeom prst="rect">
            <a:avLst/>
          </a:prstGeom>
        </p:spPr>
      </p:pic>
      <p:pic>
        <p:nvPicPr>
          <p:cNvPr id="8" name="Picture 7" descr="task4_p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325880"/>
            <a:ext cx="2240280" cy="31693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72A5C"/>
                </a:solidFill>
                <a:latin typeface="Georgia"/>
              </a:rPr>
              <a:t>Turning personal networks into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52A34"/>
                </a:solidFill>
                <a:latin typeface="Calibri"/>
              </a:rPr>
              <a:t>The fundraising task introduced a direct-response communication workflow: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1. Identify reachable supporters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101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2. Communicate the purpose of the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770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3. Encourage voluntary participation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43983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4. Collect confirmation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49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1D43"/>
                </a:solidFill>
                <a:latin typeface="Calibri"/>
              </a:rPr>
              <a:t>The focus was on respectful outreach, clarity of purpose and evidence-based documentation.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WORKSTREAM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A5C"/>
                </a:solidFill>
                <a:latin typeface="Georgia"/>
              </a:rPr>
              <a:t>Community Engagement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Calibri"/>
              </a:rPr>
              <a:t>InAmigos Foundation • Social Media Marketing Internship</a:t>
            </a:r>
          </a:p>
        </p:txBody>
      </p:sp>
      <p:pic>
        <p:nvPicPr>
          <p:cNvPr id="7" name="Picture 6" descr="task5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2331720" cy="3298751"/>
          </a:xfrm>
          <a:prstGeom prst="rect">
            <a:avLst/>
          </a:prstGeom>
        </p:spPr>
      </p:pic>
      <p:pic>
        <p:nvPicPr>
          <p:cNvPr id="8" name="Picture 7" descr="task5_page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234440"/>
            <a:ext cx="2331720" cy="32987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72A5C"/>
                </a:solidFill>
                <a:latin typeface="Georgia"/>
              </a:rPr>
              <a:t>Cause-based conversation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52A34"/>
                </a:solidFill>
                <a:latin typeface="Calibri"/>
              </a:rPr>
              <a:t>A second engagement round covered themes such as: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• environmental responsibility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906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• compassion and dignity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753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• education and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599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• nutrition and childhood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44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A34"/>
                </a:solidFill>
                <a:latin typeface="Calibri"/>
              </a:rPr>
              <a:t>• volunteerism and community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578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1D43"/>
                </a:solidFill>
                <a:latin typeface="Calibri"/>
              </a:rPr>
              <a:t>Comments were written to reinforce the central message of each post rather than simply praise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2A5C"/>
                </a:solidFill>
                <a:latin typeface="Georgia"/>
              </a:rPr>
              <a:t>Skills &amp; Capabilities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Calibri"/>
              </a:rPr>
              <a:t>InAmigos Foundation • Social Media Marketing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60020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4592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600200"/>
            <a:ext cx="2496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Organic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039112"/>
            <a:ext cx="2450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Context-aware interaction and concise public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81728" y="160020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64592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600200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Audience 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039112"/>
            <a:ext cx="245059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Tone and message adapted to content and cause.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76488" y="160020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1645920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600200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Content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039112"/>
            <a:ext cx="245059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Structured educational resource development.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91839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" y="347472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352043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474720"/>
            <a:ext cx="2496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Campaign Thinking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3913631"/>
            <a:ext cx="2450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Linking action, awareness, interaction and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291839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81728" y="347472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81728" y="352043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474720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Outreach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3913631"/>
            <a:ext cx="245059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Cause-based direct-response communication.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3291839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76488" y="3474720"/>
            <a:ext cx="438912" cy="438912"/>
          </a:xfrm>
          <a:prstGeom prst="ellipse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76488" y="352043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A5C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3474720"/>
            <a:ext cx="2496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1D43"/>
                </a:solidFill>
                <a:latin typeface="Calibri"/>
              </a:rPr>
              <a:t>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3913631"/>
            <a:ext cx="245059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Calibri"/>
              </a:rPr>
              <a:t>Evidence capture, organization and submission discipline.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532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A5C"/>
                </a:solidFill>
                <a:latin typeface="Calibri"/>
              </a:rPr>
              <a:t>Overall learning: social media marketing can function as an engine for awareness, participation and social impact.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7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A63A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From engagement to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4028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3E9FA"/>
                </a:solidFill>
                <a:latin typeface="Calibri"/>
              </a:rPr>
              <a:t>The internship provided practical exposure to organic engagement, cause communication, educational content, fundraising outreach and digital documentation — turning social media activity into structured social-impact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00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Vishesh Kumar Bachchas
Roll No. 25SCS1003005456
IILM University, Greater Noida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6A63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887</Words>
  <Application>Microsoft Office PowerPoint</Application>
  <PresentationFormat>Widescreen</PresentationFormat>
  <Paragraphs>190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Vishesh Kumar Bachchas</cp:lastModifiedBy>
  <cp:revision>4</cp:revision>
  <dcterms:created xsi:type="dcterms:W3CDTF">2013-01-27T09:14:16Z</dcterms:created>
  <dcterms:modified xsi:type="dcterms:W3CDTF">2026-09-09T14:36:07Z</dcterms:modified>
  <cp:category/>
</cp:coreProperties>
</file>